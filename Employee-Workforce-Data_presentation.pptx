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7.png"/><Relationship Id="rId10" Type="http://schemas.openxmlformats.org/officeDocument/2006/relationships/image" Target="../media/image-4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Employee Workforce Data Cleaning &amp;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full pipeline from raw, messy records to actionable HR insights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06502"/>
            <a:ext cx="2261443" cy="215354"/>
          </a:xfrm>
          <a:prstGeom prst="roundRect">
            <a:avLst>
              <a:gd name="adj" fmla="val 22119"/>
            </a:avLst>
          </a:prstGeom>
          <a:solidFill>
            <a:srgbClr val="F7EDD4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48992"/>
            <a:ext cx="25485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BY: JOYKIRAN CHAKRABORTY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828404" y="3206502"/>
            <a:ext cx="104990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B88E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13459" y="3248992"/>
            <a:ext cx="133699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28TH JUNE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524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Executive Summary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79736"/>
            <a:ext cx="5204073" cy="2948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5077" y="2059781"/>
            <a:ext cx="2677492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engagement transformed a deliberately messy, inconsistent employee dataset into a clean, analysis-ready resource — then extracted meaningful workforce insights on performance, compensation, remote work, and hiring trends.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4123358"/>
            <a:ext cx="2659559" cy="613618"/>
          </a:xfrm>
          <a:prstGeom prst="roundRect">
            <a:avLst>
              <a:gd name="adj" fmla="val 758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1609" y="4238848"/>
            <a:ext cx="242857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1,020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11609" y="4463728"/>
            <a:ext cx="242857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records processed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242146" y="4123358"/>
            <a:ext cx="2659633" cy="613618"/>
          </a:xfrm>
          <a:prstGeom prst="roundRect">
            <a:avLst>
              <a:gd name="adj" fmla="val 758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57637" y="4238848"/>
            <a:ext cx="242865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13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357637" y="4463728"/>
            <a:ext cx="24286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Visualizations produced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8248" y="4123358"/>
            <a:ext cx="2659559" cy="613618"/>
          </a:xfrm>
          <a:prstGeom prst="roundRect">
            <a:avLst>
              <a:gd name="adj" fmla="val 758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03739" y="4238848"/>
            <a:ext cx="242857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03739" y="4463728"/>
            <a:ext cx="242857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Phases of workflow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Scope &amp; Methodology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51161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engagement followed a standard, industry-proven analytics workflow using Python (pandas, matplotlib, seaborn) and PostgreSQL.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32148"/>
            <a:ext cx="586978" cy="7044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0281" y="1349499"/>
            <a:ext cx="7467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Acquisition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80281" y="1591196"/>
            <a:ext cx="74676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raw dataset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936552"/>
            <a:ext cx="586978" cy="7044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0281" y="2053903"/>
            <a:ext cx="7467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Profiling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80281" y="2295599"/>
            <a:ext cx="74676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quality issues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640955"/>
            <a:ext cx="586978" cy="7044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0281" y="2758306"/>
            <a:ext cx="7467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Cleaning &amp; Transformation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180281" y="3000003"/>
            <a:ext cx="74676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 and restructure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345359"/>
            <a:ext cx="586978" cy="7044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0281" y="3462710"/>
            <a:ext cx="7467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80281" y="3704406"/>
            <a:ext cx="74676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Persist to PostgreSQL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4049762"/>
            <a:ext cx="586978" cy="7044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0281" y="4167113"/>
            <a:ext cx="7467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Analysis &amp; Visualization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1180281" y="4408810"/>
            <a:ext cx="74676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targeted charts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18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Cleaning: Key Steps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20688"/>
            <a:ext cx="2622724" cy="1530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381497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Age Values (211 records)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1909465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Filled with median age of 30 years — preserving all 1,020 records.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220688"/>
            <a:ext cx="2622724" cy="15300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381497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Salary Values (24 records)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1909465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Filled using group-aware median by department and region.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220688"/>
            <a:ext cx="2622724" cy="15300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381497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Department-Region Split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1909465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Combined field (e.g., "DevOps-California") split into two independent columns.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892475"/>
            <a:ext cx="2622724" cy="17568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3053283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PII Removal &amp; Name Consolidation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127" y="3581251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 and phone removed; first/last names merged into a single employee_name field.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601" y="2892475"/>
            <a:ext cx="2622724" cy="17568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97610" y="3053283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Score Standardization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97610" y="3581251"/>
            <a:ext cx="22249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categories mapped to numeric scale (1–4) for calculations, then restored to labels for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Distribution by Department &amp; Region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68302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Department Highlights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20181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and DevOps show the strongest "Excellent" ratings. Cloud Tech has fewer top performers. HR has the widest performance spread.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3494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Regional Highlights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65911" y="288681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Nevada leads in "Excellent" performers. Florida has the highest "Poor" count — warranting management review. Texas has the lowest "Poor" count.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05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Employee Distribution &amp; Demographics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17116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19940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By Region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56262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California (187) and Florida (185) are the largest regions. Texas is smallest (153). Regional spread is balanced — only 18% gap between largest and smallest.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38482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By Status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748037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Pending (356) is the largest status group, just ahead of Active (352). Inactive: 312. The high Pending count may signal onboarding bottlenecks.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35702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By Age Group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393345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is evenly spread across Young-Adult (2.60), Adult (2.53), and Middle-Aged (2.54) — age does not drive performance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2645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Remote Work Patterns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55154"/>
            <a:ext cx="5198418" cy="29457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5644" y="1162720"/>
            <a:ext cx="266692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Remote work adoption varies widely by location and department — no single company-wide pattern.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985644" y="1787054"/>
            <a:ext cx="2666926" cy="715566"/>
          </a:xfrm>
          <a:prstGeom prst="roundRect">
            <a:avLst>
              <a:gd name="adj" fmla="val 6891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17282" y="1918692"/>
            <a:ext cx="240364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Remote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17282" y="2199308"/>
            <a:ext cx="240364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Florida DevOps: 24 remote vs. 10 onsite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85644" y="2599804"/>
            <a:ext cx="2666926" cy="715566"/>
          </a:xfrm>
          <a:prstGeom prst="roundRect">
            <a:avLst>
              <a:gd name="adj" fmla="val 6891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17282" y="2731443"/>
            <a:ext cx="240364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Onsite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17282" y="3012058"/>
            <a:ext cx="240364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York Cloud Tech: 5 remote vs. 19 onsite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85644" y="3412554"/>
            <a:ext cx="2666926" cy="1058912"/>
          </a:xfrm>
          <a:prstGeom prst="roundRect">
            <a:avLst>
              <a:gd name="adj" fmla="val 4657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17282" y="3544193"/>
            <a:ext cx="240364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Parity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17282" y="3824808"/>
            <a:ext cx="240364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Remote and onsite performance distributions are nearly identical — no evidence that work mode affects outcomes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601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Salary Insights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07963"/>
            <a:ext cx="3911054" cy="281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590" y="1191816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Pay Does Not Track Performance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41590" y="1531665"/>
            <a:ext cx="3911054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 salaries across all four performance tiers fall within $84K–$87K. "Excellent" performers do not earn meaningfully more than "Poor" performers — compensation appears driven by role, department, or tenure rather than individual performance.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41590" y="2715964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Pay by Department × Region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41590" y="3055813"/>
            <a:ext cx="391105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in Illinois ($92,417) and Cloud Tech in Florida ($92,126) are the highest-paid combinations. Finance in Illinois and Nevada are the lowest (~$75,700–$76,000).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1590" y="3817888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Remote vs. Onsite Pay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41590" y="4157737"/>
            <a:ext cx="391105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Near-identical salary distributions — median $86,500 (onsite) vs. $85,000 (remote). Work mode is not a major pay driver.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Hiring Trend &amp; Overall Performance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Hiring Trend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Hiring dipped from 203 (2020) to a low of 183 in 2022, then surged to 228 in 2023 — the highest year — before easing to 217 in 2024. This pattern suggests recovery from a constrained period.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8893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Distribution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325256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Ratings are evenly spread: Good (270), Average (267), Excellent (267), Poor (216). The balanced distribution suggests a credible performance evaluation process.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226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6119" y="1070670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5939" y="1095598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9683" y="1116285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Investigate pay-performance disconnect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9683" y="1398687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Salary does not track performance rating — consider a formal compensation review.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6119" y="1853803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939" y="1878732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9683" y="1899419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Florida's performance profile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9683" y="2181820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"Poor" rating count of any region — management review warranted.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6119" y="2636937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939" y="2661865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9683" y="2682553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Examine the Pending status backlog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9683" y="2964954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356 employees in Pending status — confirm whether this reflects onboarding bottlenecks.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3420070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939" y="344499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9683" y="3465686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 heatmaps for workforce planning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9683" y="3748087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Department × Region concentrations (e.g., HR in Florida) can inform resourcing decisions.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6119" y="4203204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939" y="4228133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9683" y="4248820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Maintain PostgreSQL as single source of truth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9683" y="4531221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Future reporting should build on the cleaned employee_details table.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2026-07-09T22:33:42Z</dcterms:created>
  <dcterms:modified xsi:type="dcterms:W3CDTF">2026-07-09T22:33:42Z</dcterms:modified>
</cp:coreProperties>
</file>